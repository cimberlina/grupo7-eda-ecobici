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PRÁCTICO FINAL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de Datos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EcoBici CABA 2024 · Del dato crudo al dataset listo para modelar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 de Especialización en Inteligencia Artificial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FIUBA · Cohorte 1B 2026 · Grupo 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 Carmen María Rodríguez Pastrano  ·  Federico Agustín Fernández  ·  Claudio Marcelo Imberlina  ·  María Teresa Mallaupoma León  ·  Matías Guido Bovio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8229600" cy="0"/>
          </a:xfrm>
          <a:prstGeom prst="line">
            <a:avLst/>
          </a:prstGeom>
          <a:noFill/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 ·  CIFRAS CLAVE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3,56 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4864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VIAJES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6596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17 variables · año 2024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oficial GCBA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8328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0060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multiclase: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· Mediano · Largo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21792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3524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· Descripción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· Calidad del dato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7A86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github.com/grupo7-eda-ecobici   ·   Presentación · 22/04/2026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DE DATOS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 y diagnóstico de calidad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PATRONES TEMPORALES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vespertino único (17–19 h) · caída fin de semana · estacionalidad anual</a:t>
            </a:r>
            <a:endParaRPr lang="en-US" sz="1000" dirty="0"/>
          </a:p>
        </p:txBody>
      </p:sp>
      <p:pic>
        <p:nvPicPr>
          <p:cNvPr id="8" name="Image 0" descr="/sessions/sharp-quirky-brown/mnt/TP Final AdD 2026/TP Final AdD/images_tutorial/fig_panel_temporal_hora_dia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444752"/>
            <a:ext cx="41148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914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15 ESTACIONES · ORIGEN / DESTINO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709160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Pareto en microcentro · simetría origen-destino</a:t>
            </a:r>
            <a:endParaRPr lang="en-US" sz="1000" dirty="0"/>
          </a:p>
        </p:txBody>
      </p:sp>
      <p:pic>
        <p:nvPicPr>
          <p:cNvPr id="11" name="Image 1" descr="/sessions/sharp-quirky-brown/mnt/TP Final AdD 2026/TP Final AdD/images_tutorial/fig_top15_estaciones_origen_desti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44752"/>
            <a:ext cx="4114800" cy="1371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0040" y="29260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DISTRIBUCIÓN DE duracion_minutos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32004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Asimetría positiva · mediana ≈ 16 min · justifica discretización en 3 clases</a:t>
            </a:r>
            <a:endParaRPr lang="en-US" sz="1000" dirty="0"/>
          </a:p>
        </p:txBody>
      </p:sp>
      <p:pic>
        <p:nvPicPr>
          <p:cNvPr id="14" name="Image 2" descr="/sessions/sharp-quirky-brown/mnt/TP Final AdD 2026/TP Final AdD/images_tutorial/fig_histograma_duracion_minutos_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456432"/>
            <a:ext cx="4114800" cy="1371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09160" y="29260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FALTANTES · MCAR / MAR / MNAR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470916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Tipificación por variable · género (MNAR) · fecha_destino (MAR)</a:t>
            </a:r>
            <a:endParaRPr lang="en-US" sz="1000" dirty="0"/>
          </a:p>
        </p:txBody>
      </p:sp>
      <p:pic>
        <p:nvPicPr>
          <p:cNvPr id="17" name="Image 3" descr="/sessions/sharp-quirky-brown/mnt/TP Final AdD 2026/TP Final AdD/images_tutorial/fig_faltantes_MCAR_MAR_MNAR_compos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456432"/>
            <a:ext cx="4114800" cy="13716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Estos diagnósticos determinan el tratamiento de limpieza, las features a crear y la reducción de dimensionalidad aplicada en las secciones siguientes.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PREPROCESAMIENTO · CONSIGNA 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Preprocesamiento y limpieza del dataset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INTEGRANTE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limpieza por dominio (30 s &lt; duración &lt; 24 h) vs IQR/Winsor evaluados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 de faltantes: eliminación de MNAR (género) · decisión sobre fecha_destino (MAR · leakage)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70/30 estratificado (stratify=y · random_state=42)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con StandardScaler · fit solo en train para evitar data leakage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Boxplot comparativo antes/después del filtro como evidencia visual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Dataset limpio y splitado listo para ingeniería de features.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ENGINEERING · CONSIGNA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Ingeniería de features y balance de clases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INTEGRANTE 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cíclico de hora y mes (sin/cos) · justificación topológica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Haversine como síntesis geométrica de 4 coordenadas → 1 escalar interpretable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categórico: Label (modelo_bicicleta) · One-Hot (género · día de semana)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Discretización del target (tipo_viaje) · cortes 10 / 30 min con justificación operativa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de clases (26 / 56 / 18 %) · decisión de no rebalancear (stratify + class_weight downstream)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Features construidas antes del split · ningún dato de test toca el entrenamiento.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REDUCCIÓN DE DIMENSIONALIDAD · CONSIGNA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Selección y extracción de features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INTEGRANTE 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 features por filtro · Mutual Information (MI &gt; Pearson en clasificación no lineal)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ya implementada: encoding cíclico (23→2, 11→2) y Haversine (4→1)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PCA como alternativa general · 4 razones para no aplicarlo:</a:t>
            </a:r>
            <a:endParaRPr lang="en-US" sz="120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dimensionalidad final ya baja (~16 features) · features continuas ya ortogonales</a:t>
            </a:r>
            <a:endParaRPr lang="en-US" sz="120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binarias violan supuestos PCA · modelos de árbol downstream no se benefician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 competitiva: extracciones con justificación de dominio preservan interpretabilidad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Dataset final listo: X_train.csv · X_test.csv · y_train.csv · y_test.csv.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· EQUIPO COMPLETO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 y próximos pasos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CIERRE DEL GRUPO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destacados: pico único vespertino · Pareto geográfico · clase Mediano mayoritaria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del dato manejable: ~8,4 % de filas descartadas (clicks accidentales + bicis no devueltas)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entrenar y comparar LogReg · Random Forest · XGBoost con class_weight=balanced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principal: F1-score macro para priorizar la clase minoritaria Largo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github.com/grupo7-eda-ecobici  ·  Gracias · abierto a preguntas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7 · CEIA FIUBA · 1B 2026  ·  github.com/grupo7-eda-ecobici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EcoBici CABA 2024 · Análisis de Datos</dc:title>
  <dc:subject>PptxGenJS Presentation</dc:subject>
  <dc:creator>Grupo 7 · CEIA FIUBA 1B 2026</dc:creator>
  <cp:lastModifiedBy>Grupo 7 · CEIA FIUBA 1B 2026</cp:lastModifiedBy>
  <cp:revision>1</cp:revision>
  <dcterms:created xsi:type="dcterms:W3CDTF">2026-04-16T22:55:38Z</dcterms:created>
  <dcterms:modified xsi:type="dcterms:W3CDTF">2026-04-16T22:55:38Z</dcterms:modified>
</cp:coreProperties>
</file>