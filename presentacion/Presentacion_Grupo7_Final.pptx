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github.com/cimberlina/grupo7-eda-ecobici   ·   Presentación · 22/04/2026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Estos diagnósticos determinan el tratamiento de limpieza, las features a crear y la reducción de dimensionalidad aplicada en las secciones siguientes.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 y limpieza del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limpieza por dominio (30 s &lt; duración &lt; 24 h) vs IQR/Winsor evaluados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faltantes: eliminación de MNAR (género) · decisión sobre fecha_destino (MAR · leakage)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70/30 estratificado (stratify=y · random_state=42)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con StandardScaler · fit solo en train para evitar data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comparativo antes/después del filtro como evidencia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cíclico de hora y mes (sin/cos) · justificación topológica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como síntesis geométrica de 4 coordenadas → 1 escalar interpretable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categórico: Label (modelo_bicicleta) · One-Hot (género · día de semana)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Discretización del target (tipo_viaje) · cortes 10 / 30 min con justificación operativa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 clases (26 / 56 / 18 %) · decisión de no rebalancear (stratify + class_weight downstream)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features por filtro · Mutual Information (MI &gt; Pearson en clasificación no lineal)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ya implementada: encoding cíclico (23→2, 11→2) y Haversine (4→1)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PCA como alternativa general · 4 razones para no aplicarlo: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dimensionalidad final ya baja (~16 features) · features continuas ya ortogonales</a:t>
            </a:r>
            <a:endParaRPr lang="en-US" sz="120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binarias violan supuestos PCA · modelos de árbol downstream no se benefician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competitiva: extracciones con justificación de dominio preservan interpretabilidad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EQUIPO COMPLETO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CIERRE DEL GRUPO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destacados: pico único vespertino · Pareto geográfico · clase Mediano mayoritaria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dato manejable: ~8,4 % de filas descartadas (clicks accidentales + bicis no devueltas)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entrenar y comparar LogReg · Random Forest · XGBoost con class_weight=balanced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F1-score macro para priorizar la clase minoritaria Largo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github.com/cimberlina/grupo7-eda-ecobici  ·  Gracias · abierto a preguntas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 · CEIA FIUBA · 1B 2026  ·  github.com/cimberlina/grupo7-eda-ecobici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Grupo 7 · CEIA FIUBA 1B 2026</cp:lastModifiedBy>
  <cp:revision>1</cp:revision>
  <dcterms:created xsi:type="dcterms:W3CDTF">2026-04-17T12:10:18Z</dcterms:created>
  <dcterms:modified xsi:type="dcterms:W3CDTF">2026-04-17T12:10:18Z</dcterms:modified>
</cp:coreProperties>
</file>